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3104000" cy="9252000"/>
  <p:notesSz cx="9252000" cy="1310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azoclm_0_1s80xcw_0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1lwc71g_0_189zc2u_1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8pijkv_0_1v1x3ch_0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1lwc71g_0_189zc2u_3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1lwc71g_0_189zc2u_2_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1lwc71g_0_189zc2u_5_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1lwc71g_0_189zc2u_4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1lwc71g_0_189zc2u_7_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1lwc71g_0_189zc2u_6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1lwc71g_0_189zc2u_9_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1lwc71g_0_189zc2u_8_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eiotlw_0_km4mp2_0_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1lwc71g_0_189zc2u_10_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left_8fixvw_0_1urxhni_0_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552000" cy="9252000"/>
          </a:xfrm>
          <a:prstGeom prst="rect">
            <a:avLst/>
          </a:prstGeom>
        </p:spPr>
      </p:pic>
      <p:pic>
        <p:nvPicPr>
          <p:cNvPr id="3" name="ADW_right_l4ozs8_0_e8sp06_0_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W_right_16zilgh_0_177hgy7_0_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2000" y="0"/>
            <a:ext cx="6552000" cy="92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2026-10-27T10:56:47Z</dcterms:created>
  <dcterms:modified xsi:type="dcterms:W3CDTF">2026-10-27T10:56:47Z</dcterms:modified>
</cp:coreProperties>
</file>